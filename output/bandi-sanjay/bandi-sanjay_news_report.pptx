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10972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7216"/>
                </a:solidFill>
                <a:latin typeface="Calibri"/>
              </a:rPr>
              <a:t>BJP  |  WEEKLY MEDIA &amp; SOCIAL SENTIMENT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Bandi Sanjay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FCFCF"/>
                </a:solidFill>
                <a:latin typeface="Calibri"/>
              </a:rPr>
              <a:t>Union Minister of State for Home Affairs | MP, Karimnagar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Print / Digital News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AAAAA"/>
                </a:solidFill>
                <a:latin typeface="Calibri"/>
              </a:rPr>
              <a:t>Week of 5-11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7216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Press coverage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2697480" cy="1371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37160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7216"/>
                </a:solidFill>
                <a:latin typeface="Calibr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Articles tracked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2152" y="1417320"/>
            <a:ext cx="2697480" cy="1371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2152" y="1417320"/>
            <a:ext cx="73152" cy="137160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58191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7216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2585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Publications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64224" y="1417320"/>
            <a:ext cx="2697480" cy="1371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64224" y="1417320"/>
            <a:ext cx="73152" cy="137160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158191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7216"/>
                </a:solidFill>
                <a:latin typeface="Calibri"/>
              </a:rPr>
              <a:t>36%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22585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Positive share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26296" y="1417320"/>
            <a:ext cx="2697480" cy="1371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26296" y="1417320"/>
            <a:ext cx="73152" cy="137160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9176" y="158191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7216"/>
                </a:solidFill>
                <a:latin typeface="Calibri"/>
              </a:rPr>
              <a:t>31%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22585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Neutral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0632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Press was more balanced than social: governance stories positive, POCSO thread negative.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The POCSO case gave the opposition a sustained negative hook through the week.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Bandi anchored the BJP's '12 Years of Modi' anniversary outreach across the state.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A bipartisan moment (crediting Revanth Reddy) briefly cut through the negativity.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7216"/>
                </a:solidFill>
                <a:latin typeface="Calibri"/>
              </a:rPr>
              <a:t>SENTIMENT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Tone &amp; language of coverage</a:t>
            </a:r>
          </a:p>
        </p:txBody>
      </p:sp>
      <p:pic>
        <p:nvPicPr>
          <p:cNvPr id="6" name="Picture 5" descr="news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3657600" cy="4452035"/>
          </a:xfrm>
          <a:prstGeom prst="rect">
            <a:avLst/>
          </a:prstGeom>
        </p:spPr>
      </p:pic>
      <p:pic>
        <p:nvPicPr>
          <p:cNvPr id="7" name="Picture 6" descr="news_langu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554480"/>
            <a:ext cx="3657600" cy="40948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7216"/>
                </a:solidFill>
                <a:latin typeface="Calibri"/>
              </a:rPr>
              <a:t>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the press covered</a:t>
            </a:r>
          </a:p>
        </p:txBody>
      </p:sp>
      <p:pic>
        <p:nvPicPr>
          <p:cNvPr id="6" name="Picture 5" descr="news_top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949440" cy="23855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Politics dominated print, split between the POCSO controversy and his Waqf / Hindutva messaging.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Governance and agriculture coverage (Swachh Pathashala, Rythu Sammelanam) ran largely positive.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A rare cross-party note: he credited CM Revanth Reddy for unlocking central road funds.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The pothole-convoy episode gave a light-negative infrastructure angle.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7216"/>
                </a:solidFill>
                <a:latin typeface="Calibri"/>
              </a:rPr>
              <a:t>PUBLICATIONS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Where coverage appeared</a:t>
            </a:r>
          </a:p>
        </p:txBody>
      </p:sp>
      <p:pic>
        <p:nvPicPr>
          <p:cNvPr id="6" name="Picture 5" descr="news_pub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949440" cy="30131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7216"/>
                </a:solidFill>
                <a:latin typeface="Calibri"/>
              </a:rPr>
              <a:t>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Defining stories of the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91440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7216"/>
                </a:solidFill>
                <a:latin typeface="Calibri"/>
              </a:rPr>
              <a:t>Son's POCSO case dominates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37944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Bandi Bhageerath Sai arrested; BRS's RS Praveen Kumar demands why the minister was not questioned, driving a heavy negative cluster online.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41448"/>
            <a:ext cx="10881360" cy="9144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441448"/>
            <a:ext cx="73152" cy="91440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7216"/>
                </a:solidFill>
                <a:latin typeface="Calibri"/>
              </a:rPr>
              <a:t>12 Years of Modi Seva outreach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6207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Bandi anchors the BJP anniversary blitz: Rythu Sammelanam on natural farming in Jammikunta and the Swachh Pathashala school-cleaning drive.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65576"/>
            <a:ext cx="10881360" cy="9144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465576"/>
            <a:ext cx="73152" cy="91440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3872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7216"/>
                </a:solidFill>
                <a:latin typeface="Calibri"/>
              </a:rPr>
              <a:t>Rare cross-party credit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He publicly thanks CM Revanth Reddy for helping unlock central funds for rural roads in his constituency.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89704"/>
            <a:ext cx="10881360" cy="9144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489704"/>
            <a:ext cx="73152" cy="91440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6285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7216"/>
                </a:solidFill>
                <a:latin typeface="Calibri"/>
              </a:rPr>
              <a:t>Pothole convoy embarrassment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1032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His vehicle stuck on the Karimnagar-Sircilla road becomes a mocking talking point a day before he lays a road-widening foundation stone.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513832"/>
            <a:ext cx="10881360" cy="9144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513832"/>
            <a:ext cx="73152" cy="91440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586984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7216"/>
                </a:solidFill>
                <a:latin typeface="Calibri"/>
              </a:rPr>
              <a:t>Communal / political sparring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3445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Accuses the Congress of backing the AIMIM protest against the Waqf Act, keeping the Hindutva plank active.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