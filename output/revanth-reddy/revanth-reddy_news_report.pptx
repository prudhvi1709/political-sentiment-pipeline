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6FB2"/>
                </a:solidFill>
                <a:latin typeface="Calibri"/>
              </a:rPr>
              <a:t>INC  |  WEEKLY MEDIA &amp; SOCIAL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A. Revanth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CFCF"/>
                </a:solidFill>
                <a:latin typeface="Calibri"/>
              </a:rPr>
              <a:t>Chief Minister of Telangana | Congress (TPCC)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Print / Digital News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  <a:latin typeface="Calibri"/>
              </a:rPr>
              <a:t>Week of 5-11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Press coverage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Articles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Publications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Positive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26%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Neutral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The NITI Aayog Governing Council with PM Modi was the week's defining national moment.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Bharat Future City ('rival Tokyo/New York by 2034') drove an aspirational narrative.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Negativity was diffuse civic grievance, not a single dominant scandal.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Net sentiment was more balanced than Bandi Sanjay's controversy-hit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Tone &amp; language of coverage</a:t>
            </a:r>
          </a:p>
        </p:txBody>
      </p:sp>
      <p:pic>
        <p:nvPicPr>
          <p:cNvPr id="6" name="Picture 5" descr="news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657600" cy="4452035"/>
          </a:xfrm>
          <a:prstGeom prst="rect">
            <a:avLst/>
          </a:prstGeom>
        </p:spPr>
      </p:pic>
      <p:pic>
        <p:nvPicPr>
          <p:cNvPr id="7" name="Picture 6" descr="news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54480"/>
            <a:ext cx="3657600" cy="4094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press covered</a:t>
            </a:r>
          </a:p>
        </p:txBody>
      </p:sp>
      <p:pic>
        <p:nvPicPr>
          <p:cNvPr id="6" name="Picture 5" descr="news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49440" cy="24313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Governance and vision dominated: the NITI Aayog pitch and Future City launch.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He sought Centre support for RRR, Metro Phase-II, Musi rejuvenation and an IIM.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An education-first growth model (built on the SEEEPC caste survey) framed his pitch.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Coverage skewed strongly positive, with only light opposition counter-framing.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coverage appeared</a:t>
            </a:r>
          </a:p>
        </p:txBody>
      </p:sp>
      <p:pic>
        <p:nvPicPr>
          <p:cNvPr id="6" name="Picture 5" descr="news_pub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49440" cy="2983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Defining stories of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19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B2"/>
                </a:solidFill>
                <a:latin typeface="Calibri"/>
              </a:rPr>
              <a:t>NITI Aayog - Revanth's national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3794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Pitches an 'M-6 Cities Task Force' (Rs 6 lakh cr) and an education-first growth model to PM Modi, seeking funds for RRR, Metro-II, Musi and an IIM in Hyderabad.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41448"/>
            <a:ext cx="73152" cy="914400"/>
          </a:xfrm>
          <a:prstGeom prst="rect">
            <a:avLst/>
          </a:prstGeom>
          <a:solidFill>
            <a:srgbClr val="19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B2"/>
                </a:solidFill>
                <a:latin typeface="Calibri"/>
              </a:rPr>
              <a:t>Bharat Future City becomes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Inaugurates the FCDA headquarters (built in under six months); frames a Net-Zero city to rival Tokyo and New York by 2034.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65576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65576"/>
            <a:ext cx="73152" cy="914400"/>
          </a:xfrm>
          <a:prstGeom prst="rect">
            <a:avLst/>
          </a:prstGeom>
          <a:solidFill>
            <a:srgbClr val="19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B2"/>
                </a:solidFill>
                <a:latin typeface="Calibri"/>
              </a:rPr>
              <a:t>Women's welfare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Mahila Shakti SHG events and asset distribution headline his Telangana-side week.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9704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9704"/>
            <a:ext cx="73152" cy="914400"/>
          </a:xfrm>
          <a:prstGeom prst="rect">
            <a:avLst/>
          </a:prstGeom>
          <a:solidFill>
            <a:srgbClr val="19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628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B2"/>
                </a:solidFill>
                <a:latin typeface="Calibri"/>
              </a:rPr>
              <a:t>Civic grievance pile-up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03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Citizens flood his handle over power cuts, sewage and water - the daily friction of governing.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13832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513832"/>
            <a:ext cx="73152" cy="914400"/>
          </a:xfrm>
          <a:prstGeom prst="rect">
            <a:avLst/>
          </a:prstGeom>
          <a:solidFill>
            <a:srgbClr val="19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869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B2"/>
                </a:solidFill>
                <a:latin typeface="Calibri"/>
              </a:rPr>
              <a:t>Opposition counter-fire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34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BJP and BRS voices push a 'Centre's funds, Revanth's lies' line and float CM-replacement speculation.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