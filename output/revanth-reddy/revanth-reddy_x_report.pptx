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10972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6FB2"/>
                </a:solidFill>
                <a:latin typeface="Calibri"/>
              </a:rPr>
              <a:t>INC  |  WEEKLY MEDIA &amp; SOCIAL SENTIMENT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A. Revanth Reddy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FCFCF"/>
                </a:solidFill>
                <a:latin typeface="Calibri"/>
              </a:rPr>
              <a:t>Chief Minister of Telangana | Congress (TPCC)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X / Social Listening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AAAAA"/>
                </a:solidFill>
                <a:latin typeface="Calibri"/>
              </a:rPr>
              <a:t>Week of 5-11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6FB2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week on X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2697480" cy="1371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3716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6FB2"/>
                </a:solidFill>
                <a:latin typeface="Calib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Posts from official handle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2152" y="1417320"/>
            <a:ext cx="2697480" cy="1371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2152" y="1417320"/>
            <a:ext cx="73152" cy="13716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1581912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6FB2"/>
                </a:solidFill>
                <a:latin typeface="Calibri"/>
              </a:rPr>
              <a:t>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25856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Conversation items sampled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64224" y="1417320"/>
            <a:ext cx="2697480" cy="1371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64224" y="1417320"/>
            <a:ext cx="73152" cy="13716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1581912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6FB2"/>
                </a:solidFill>
                <a:latin typeface="Calibri"/>
              </a:rPr>
              <a:t>38%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225856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Negative share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26296" y="1417320"/>
            <a:ext cx="2697480" cy="1371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26296" y="1417320"/>
            <a:ext cx="73152" cy="13716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9176" y="1581912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6FB2"/>
                </a:solidFill>
                <a:latin typeface="Calibri"/>
              </a:rPr>
              <a:t>33%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225856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Positive share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0632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Revanth's week was defined by a high-profile national moment: the NITI Aayog Governing Council with PM Modi, where his M-6 Task Force and education-first pitch dominated coverage.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Bharat Future City was the second engine of positive sentiment - the FCDA launch and 'rival Tokyo/New York by 2034' framing drove an aspirational narrative.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Unlike Bandi Sanjay's controversy-driven week, Revanth's negativity was diffuse civic grievance (power, sewage, water) rather than a single scandal.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His highest-reach post - meeting PM Modi at about 28K views - outperformed everything else, showing national-stage content travels furthest.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6FB2"/>
                </a:solidFill>
                <a:latin typeface="Calibri"/>
              </a:rPr>
              <a:t>SENTIMENT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Sentiment split &amp; daily volume</a:t>
            </a:r>
          </a:p>
        </p:txBody>
      </p:sp>
      <p:pic>
        <p:nvPicPr>
          <p:cNvPr id="6" name="Picture 5" descr="x_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3840480" cy="4674637"/>
          </a:xfrm>
          <a:prstGeom prst="rect">
            <a:avLst/>
          </a:prstGeom>
        </p:spPr>
      </p:pic>
      <p:pic>
        <p:nvPicPr>
          <p:cNvPr id="7" name="Picture 6" descr="x_da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737360"/>
            <a:ext cx="6949440" cy="32697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6FB2"/>
                </a:solidFill>
                <a:latin typeface="Calibri"/>
              </a:rPr>
              <a:t>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drove negative conversation</a:t>
            </a:r>
          </a:p>
        </p:txBody>
      </p:sp>
      <p:pic>
        <p:nvPicPr>
          <p:cNvPr id="6" name="Picture 5" descr="x_iss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766560" cy="25452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Negativity was diffuse civic grievance (power, sewage, water), not one scandal.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Citizens used his handle as a direct complaints channel to the CM.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Opposition pushed a 'Centre gave funds, Revanth lied' counter-narrative.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Some chatter floated CM-replacement speculation, without traction.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6FB2"/>
                </a:solidFill>
                <a:latin typeface="Calibri"/>
              </a:rPr>
              <a:t>TOP POSTS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Highest-reach posts this week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107899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07899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850392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Met Hon'ble PM Shri Narendra Modi ji on the sidelines of the 11th NITI Aayog Governing Council Meet, New Delhi, and pitched Telangana's growth agenda.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1709928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1F6FB2"/>
                </a:solidFill>
                <a:latin typeface="Calibri"/>
              </a:rPr>
              <a:t>28,000 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24328"/>
            <a:ext cx="10881360" cy="107899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24328"/>
            <a:ext cx="73152" cy="107899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15768"/>
            <a:ext cx="850392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Inaugurated the Future City Development Authority (FCDA) building at Bharat Future City - a milestone in Telangana's development.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2916936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1F6FB2"/>
                </a:solidFill>
                <a:latin typeface="Calibri"/>
              </a:rPr>
              <a:t>17,000 views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31336"/>
            <a:ext cx="10881360" cy="107899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31336"/>
            <a:ext cx="73152" cy="107899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22776"/>
            <a:ext cx="850392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Rain or shine, day or night - re-dedicated to the welfare of our women. #MahilaShakti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4123944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1F6FB2"/>
                </a:solidFill>
                <a:latin typeface="Calibri"/>
              </a:rPr>
              <a:t>12,000 views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038344"/>
            <a:ext cx="10881360" cy="107899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038344"/>
            <a:ext cx="73152" cy="107899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29784"/>
            <a:ext cx="850392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Launched the FCDA logo and website; Future City to rival global metros as a Net-Zero hub of AI, pharma and education.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5330952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1F6FB2"/>
                </a:solidFill>
                <a:latin typeface="Calibri"/>
              </a:rPr>
              <a:t>7,500 views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